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5B616E"/>
                </a:solidFill>
                <a:latin typeface="Arial"/>
              </a:defRPr>
            </a:pPr>
            <a:r>
              <a:rPr sz="1400" b="0" i="0" u="none" strike="noStrike">
                <a:solidFill>
                  <a:srgbClr val="5B616E"/>
                </a:solidFill>
                <a:latin typeface="Arial"/>
              </a:rPr>
              <a:t>Alice's credit balance, per order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Balance</c:v>
                </c:pt>
              </c:strCache>
            </c:strRef>
          </c:tx>
          <c:spPr>
            <a:solidFill>
              <a:srgbClr val="E5484D"/>
            </a:solidFill>
            <a:ln w="50800" cap="flat">
              <a:solidFill>
                <a:srgbClr val="E548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0"/>
            <c:spPr>
              <a:solidFill>
                <a:srgbClr val="E5484D"/>
              </a:solidFill>
              <a:ln w="9525" cap="flat">
                <a:solidFill>
                  <a:srgbClr val="E548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start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5000</c:v>
                </c:pt>
                <c:pt idx="1">
                  <c:v>6800</c:v>
                </c:pt>
                <c:pt idx="2">
                  <c:v>8600</c:v>
                </c:pt>
                <c:pt idx="3">
                  <c:v>10400</c:v>
                </c:pt>
                <c:pt idx="4">
                  <c:v>12200</c:v>
                </c:pt>
                <c:pt idx="5">
                  <c:v>14000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C1F26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16E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B616E"/>
                    </a:solidFill>
                    <a:latin typeface="Arial"/>
                  </a:rPr>
                  <a:t>order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00"/>
          <c:min val="4000"/>
        </c:scaling>
        <c:delete val="0"/>
        <c:axPos val="l"/>
        <c:majorGridlines>
          <c:spPr>
            <a:ln w="12700" cap="flat">
              <a:solidFill>
                <a:srgbClr val="E6E8EB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00:00. Terminal already open behind the slides, API running, happy-path curl typed but not run. Don't introduce yourself at length: switch to the terminal within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curl live. Two tickets, 4000 charged, 400 back, balance 1400. 'Correct. I wrote this, I tested it.' Then: for the next 25 minutes a model takes it apart, and then three bugs that weren't in its case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explain each right-hand line yet: they come back in the demo. The point: nobody writes these tests because nobody imagines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rules properly. Say 'hold on to rule three, it comes back.' /me and /_reset exist but are helpers; don't mention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ideas only: the attacker framing and the 'correct, not predicted' oracle. Describe the assumptions line as intent, not a proven improvement, unless you compared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answers 'what about hallucinations?' before anyone asks. Then: let's run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06:00-08:00. Do NOT generate live (qwen2.5-coder:7b took 91 s). Say: I ran this prompt last night on a local 7B model; this is the unedited output. 9 cases came back, 1 was rejected as malformed (it put a raw token in the auth field).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08:00-13:00. 8 cases, 5 red. Walk the 3 real bugs first, then the 2 false alarms: they are the most credible moment of the talk. Point at the 'Candidate defects - a human still has to triage these' footer.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14:00-18:30, the wow moment. Show the one line in app/main.py before running. Say only what your real Prompt 3 run found: see TALK-PACKET section 9, Demo 3, for the three versions.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after the money loop runs, or instead of it if the terminal fails. It's capped at 5 rounds only because the ticket stock runs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18:30-23:00. If you're behind at 18:00, skip the student ticket and say it in one sentence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real qwen2.5-coder:7b run. Race: the case format can't express concurrency. False alarms: TC-006 and TC-009 from ai/run_prompt2.json. Student rule: not in the repo. Be precise: say 'this model, this format, this context', never 'AI can't'.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23:00. Say the sentence verbatim, slowly. Don't paraphrase it anywhere else in the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run numbers (ai/run_prompt2.json, ai/run_prompt3.json). Say: five red, three real, two confidently wrong, zero on the expensive bug. Never cut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point 4. Stay on this slide for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HackersMang  ·  AI Talks  ·  19 Sep 2026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My API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C9CE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AI find the bugs I forgot to test?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3429000"/>
            <a:ext cx="2002536" cy="329184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429000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  quantity: -5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34056" y="3429000"/>
            <a:ext cx="2098548" cy="329184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34056" y="3429000"/>
            <a:ext cx="20985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  SPEAKER100 x2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15484" y="3429000"/>
            <a:ext cx="1906524" cy="329184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15484" y="3429000"/>
            <a:ext cx="19065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  role: admin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04888" y="3429000"/>
            <a:ext cx="1810512" cy="329184"/>
          </a:xfrm>
          <a:prstGeom prst="roundRect">
            <a:avLst>
              <a:gd name="adj" fmla="val 50000"/>
            </a:avLst>
          </a:prstGeom>
          <a:solidFill>
            <a:srgbClr val="30A46C"/>
          </a:solidFill>
          <a:ln w="12700">
            <a:solidFill>
              <a:srgbClr val="30A46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04888" y="3429000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  happy path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2578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Vidyarathna B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669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Engineer  ·  Soult Digital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464040" y="3246120"/>
            <a:ext cx="2194560" cy="219456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0" descr="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0" y="3383280"/>
            <a:ext cx="1920240" cy="192024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9189720" y="5577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github.com/vidyarathna/break-my-api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works. I tested it.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28600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/orders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C9CE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Authorization: Bearer MTp1c2Vy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C9CE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{"ticket_id": 1, "quantity": 2}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63640" y="155448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1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75520" y="1792224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30A46C"/>
          </a:solidFill>
          <a:ln w="12700">
            <a:solidFill>
              <a:srgbClr val="30A4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875520" y="179222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 Created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2860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C1F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C1F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"total_charged":  4000.0,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C1F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"credits_earned":  400.0,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C1F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"credit_balance": 1400.0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C1F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349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test I wrote passes. </a:t>
            </a:r>
            <a:pPr indent="0" marL="0">
              <a:buNone/>
            </a:pPr>
            <a:r>
              <a:rPr lang="en-US" sz="24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the problem.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tests check what I imagined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394960" cy="3840480"/>
          </a:xfrm>
          <a:prstGeom prst="roundRect">
            <a:avLst>
              <a:gd name="adj" fmla="val 2857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7830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tested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68680" y="2468880"/>
            <a:ext cx="777240" cy="329184"/>
          </a:xfrm>
          <a:prstGeom prst="roundRect">
            <a:avLst>
              <a:gd name="adj" fmla="val 50000"/>
            </a:avLst>
          </a:prstGeom>
          <a:solidFill>
            <a:srgbClr val="30A46C"/>
          </a:solidFill>
          <a:ln w="12700">
            <a:solidFill>
              <a:srgbClr val="30A46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46888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46888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in with the right password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68680" y="3154680"/>
            <a:ext cx="777240" cy="329184"/>
          </a:xfrm>
          <a:prstGeom prst="roundRect">
            <a:avLst>
              <a:gd name="adj" fmla="val 50000"/>
            </a:avLst>
          </a:prstGeom>
          <a:solidFill>
            <a:srgbClr val="30A46C"/>
          </a:solidFill>
          <a:ln w="12700">
            <a:solidFill>
              <a:srgbClr val="30A4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315468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15468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for "GENERAL"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68680" y="3840480"/>
            <a:ext cx="777240" cy="329184"/>
          </a:xfrm>
          <a:prstGeom prst="roundRect">
            <a:avLst>
              <a:gd name="adj" fmla="val 50000"/>
            </a:avLst>
          </a:prstGeom>
          <a:solidFill>
            <a:srgbClr val="30A46C"/>
          </a:solidFill>
          <a:ln w="12700">
            <a:solidFill>
              <a:srgbClr val="30A46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384048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828800" y="384048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2 tickets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63640" y="1508760"/>
            <a:ext cx="5394960" cy="3840480"/>
          </a:xfrm>
          <a:prstGeom prst="roundRect">
            <a:avLst>
              <a:gd name="adj" fmla="val 2857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0" y="17830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callers actually send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583680" y="2468880"/>
            <a:ext cx="777240" cy="329184"/>
          </a:xfrm>
          <a:prstGeom prst="roundRect">
            <a:avLst>
              <a:gd name="adj" fmla="val 50000"/>
            </a:avLst>
          </a:prstGeom>
          <a:solidFill>
            <a:srgbClr val="2A2F39"/>
          </a:solidFill>
          <a:ln w="12700">
            <a:solidFill>
              <a:srgbClr val="2A2F3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0" y="246888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DA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????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543800" y="246888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"quantity": -5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583680" y="3017520"/>
            <a:ext cx="777240" cy="329184"/>
          </a:xfrm>
          <a:prstGeom prst="roundRect">
            <a:avLst>
              <a:gd name="adj" fmla="val 50000"/>
            </a:avLst>
          </a:prstGeom>
          <a:solidFill>
            <a:srgbClr val="2A2F39"/>
          </a:solidFill>
          <a:ln w="12700">
            <a:solidFill>
              <a:srgbClr val="2A2F3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0" y="301752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DA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????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543800" y="301752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%' OR published = 0 ...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83680" y="3566160"/>
            <a:ext cx="777240" cy="329184"/>
          </a:xfrm>
          <a:prstGeom prst="roundRect">
            <a:avLst>
              <a:gd name="adj" fmla="val 50000"/>
            </a:avLst>
          </a:prstGeom>
          <a:solidFill>
            <a:srgbClr val="2A2F39"/>
          </a:solidFill>
          <a:ln w="12700">
            <a:solidFill>
              <a:srgbClr val="2A2F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0" y="356616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DA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????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543800" y="356616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Bearer OTphZG1pbg==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583680" y="4114800"/>
            <a:ext cx="777240" cy="329184"/>
          </a:xfrm>
          <a:prstGeom prst="roundRect">
            <a:avLst>
              <a:gd name="adj" fmla="val 50000"/>
            </a:avLst>
          </a:prstGeom>
          <a:solidFill>
            <a:srgbClr val="2A2F39"/>
          </a:solidFill>
          <a:ln w="12700">
            <a:solidFill>
              <a:srgbClr val="2A2F3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0" y="411480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DA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????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543800" y="411480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SPEAKER100, twice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583680" y="4663440"/>
            <a:ext cx="777240" cy="329184"/>
          </a:xfrm>
          <a:prstGeom prst="roundRect">
            <a:avLst>
              <a:gd name="adj" fmla="val 50000"/>
            </a:avLst>
          </a:prstGeom>
          <a:solidFill>
            <a:srgbClr val="2A2F39"/>
          </a:solidFill>
          <a:ln w="12700">
            <a:solidFill>
              <a:srgbClr val="2A2F3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83680" y="46634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DA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????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543800" y="466344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buyers, 5 seats, same second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623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1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Happy-path tests prove the code does what I meant. They say nothing about what I didn't think of.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ConfBadge: a small ticket shop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B61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endpoints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777240" cy="329184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 w="12700">
            <a:solidFill>
              <a:srgbClr val="E8A1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965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/auth/login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3317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1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+ password to token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777240" cy="329184"/>
          </a:xfrm>
          <a:prstGeom prst="roundRect">
            <a:avLst>
              <a:gd name="adj" fmla="val 50000"/>
            </a:avLst>
          </a:prstGeom>
          <a:solidFill>
            <a:srgbClr val="D9DCE1"/>
          </a:solidFill>
          <a:ln w="12700">
            <a:solidFill>
              <a:srgbClr val="D9DC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88036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F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834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/tickets?q=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3200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1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published tickets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 w="12700">
            <a:solidFill>
              <a:srgbClr val="E8A1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703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/orders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4069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1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from your credit balance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617720"/>
            <a:ext cx="777240" cy="329184"/>
          </a:xfrm>
          <a:prstGeom prst="roundRect">
            <a:avLst>
              <a:gd name="adj" fmla="val 50000"/>
            </a:avLst>
          </a:prstGeom>
          <a:solidFill>
            <a:srgbClr val="D9DCE1"/>
          </a:solidFill>
          <a:ln w="12700">
            <a:solidFill>
              <a:srgbClr val="D9DCE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1772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F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572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/orders/{id}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9377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1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one order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98932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B61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rules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989320" y="1920240"/>
            <a:ext cx="5669280" cy="566928"/>
          </a:xfrm>
          <a:prstGeom prst="roundRect">
            <a:avLst>
              <a:gd name="adj" fmla="val 16129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26480" y="2020824"/>
            <a:ext cx="365760" cy="365760"/>
          </a:xfrm>
          <a:prstGeom prst="ellipse">
            <a:avLst/>
          </a:prstGeom>
          <a:solidFill>
            <a:srgbClr val="1C1F26"/>
          </a:solidFill>
          <a:ln w="12700">
            <a:solidFill>
              <a:srgbClr val="1C1F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26480" y="20208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675120" y="19202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holds a prepaid credit balance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989320" y="2633472"/>
            <a:ext cx="5669280" cy="566928"/>
          </a:xfrm>
          <a:prstGeom prst="roundRect">
            <a:avLst>
              <a:gd name="adj" fmla="val 16129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0" y="2734056"/>
            <a:ext cx="365760" cy="365760"/>
          </a:xfrm>
          <a:prstGeom prst="ellipse">
            <a:avLst/>
          </a:prstGeom>
          <a:solidFill>
            <a:srgbClr val="1C1F26"/>
          </a:solidFill>
          <a:ln w="12700">
            <a:solidFill>
              <a:srgbClr val="1C1F2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126480" y="2734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675120" y="263347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purchase earns 10% of the price back as credits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989320" y="3346704"/>
            <a:ext cx="5669280" cy="566928"/>
          </a:xfrm>
          <a:prstGeom prst="roundRect">
            <a:avLst>
              <a:gd name="adj" fmla="val 16129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0" y="3447288"/>
            <a:ext cx="365760" cy="36576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26480" y="3447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675120" y="334670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2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 are spendable. Credits are money.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989320" y="4059936"/>
            <a:ext cx="5669280" cy="566928"/>
          </a:xfrm>
          <a:prstGeom prst="roundRect">
            <a:avLst>
              <a:gd name="adj" fmla="val 16129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4160520"/>
            <a:ext cx="365760" cy="365760"/>
          </a:xfrm>
          <a:prstGeom prst="ellipse">
            <a:avLst/>
          </a:prstGeom>
          <a:solidFill>
            <a:srgbClr val="1C1F26"/>
          </a:solidFill>
          <a:ln w="12700">
            <a:solidFill>
              <a:srgbClr val="1C1F2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12648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675120" y="4059936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SPEAKER100 is 100% off and single use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989320" y="4773168"/>
            <a:ext cx="5669280" cy="566928"/>
          </a:xfrm>
          <a:prstGeom prst="roundRect">
            <a:avLst>
              <a:gd name="adj" fmla="val 16129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0" y="4873752"/>
            <a:ext cx="365760" cy="365760"/>
          </a:xfrm>
          <a:prstGeom prst="ellipse">
            <a:avLst/>
          </a:prstGeom>
          <a:solidFill>
            <a:srgbClr val="1C1F26"/>
          </a:solidFill>
          <a:ln w="12700">
            <a:solidFill>
              <a:srgbClr val="1C1F2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126480" y="4873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675120" y="477316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10 tickets per order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1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GENERAL 2000  ·  STUDENT 500  ·  WORKSHOP 3500 (5 seats)  ·  STAFF (unpublished)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ask it to write tests. Ask it to break things.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223760" cy="4663440"/>
          </a:xfrm>
          <a:prstGeom prst="roundRect">
            <a:avLst>
              <a:gd name="adj" fmla="val 2353"/>
            </a:avLst>
          </a:prstGeom>
          <a:solidFill>
            <a:srgbClr val="20242C"/>
          </a:solidFill>
          <a:ln w="12700">
            <a:solidFill>
              <a:srgbClr val="20242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83080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E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 senior security engineer doing 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12264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E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black-box review of an internal API.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6858000" cy="1042416"/>
          </a:xfrm>
          <a:prstGeom prst="roundRect">
            <a:avLst>
              <a:gd name="adj" fmla="val 5263"/>
            </a:avLst>
          </a:prstGeom>
          <a:solidFill>
            <a:srgbClr val="3A2226"/>
          </a:solidFill>
          <a:ln w="12700">
            <a:solidFill>
              <a:srgbClr val="3A222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05472" y="3108960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205472" y="3108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770632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Assume the developer was competent but rushed.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099816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Assume the obvious validation is present and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429000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non-obvious validation is missing.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4087368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E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 five assumptions this API makes about its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416552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E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callers. Then write cases that violate each one.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5047488"/>
            <a:ext cx="6858000" cy="713232"/>
          </a:xfrm>
          <a:prstGeom prst="roundRect">
            <a:avLst>
              <a:gd name="adj" fmla="val 7692"/>
            </a:avLst>
          </a:prstGeom>
          <a:solidFill>
            <a:srgbClr val="3A2226"/>
          </a:solidFill>
          <a:ln w="12700">
            <a:solidFill>
              <a:srgbClr val="3A222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05472" y="5248656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05472" y="5248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074920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expect_status = what a CORRECT implementation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5404104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returns, not what you predict this one returns.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29600" y="1463040"/>
            <a:ext cx="457200" cy="45720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2103120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Attacker framing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2560320"/>
            <a:ext cx="3413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E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"Write tests for this" gets you the happy path, because that's what most test files look like.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229600" y="3840480"/>
            <a:ext cx="457200" cy="45720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0" y="4480560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oracle, not a mirror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4937760"/>
            <a:ext cx="3413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E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this line the model writes down what the API does, and every test passes.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jobs, three different ways to fail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46120" cy="2240280"/>
          </a:xfrm>
          <a:prstGeom prst="roundRect">
            <a:avLst>
              <a:gd name="adj" fmla="val 4898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81051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1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guesses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test cases as JSON. Fast, cheap, and sometimes wrong.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886200" y="2674620"/>
            <a:ext cx="475488" cy="0"/>
          </a:xfrm>
          <a:prstGeom prst="line">
            <a:avLst/>
          </a:prstGeom>
          <a:noFill/>
          <a:ln w="31750">
            <a:solidFill>
              <a:srgbClr val="5B616E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453128" y="1554480"/>
            <a:ext cx="3246120" cy="2240280"/>
          </a:xfrm>
          <a:prstGeom prst="roundRect">
            <a:avLst>
              <a:gd name="adj" fmla="val 4898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27448" y="181051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Runner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727448" y="22860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1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727448" y="274320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 each request, compares the status. Dumb on purpose.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790688" y="2674620"/>
            <a:ext cx="475488" cy="0"/>
          </a:xfrm>
          <a:prstGeom prst="line">
            <a:avLst/>
          </a:prstGeom>
          <a:noFill/>
          <a:ln w="31750">
            <a:solidFill>
              <a:srgbClr val="5B616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357616" y="1554480"/>
            <a:ext cx="3246120" cy="2240280"/>
          </a:xfrm>
          <a:prstGeom prst="roundRect">
            <a:avLst>
              <a:gd name="adj" fmla="val 4898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31936" y="181051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631936" y="22860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1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decides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631936" y="274320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Triages every red line. Knows the rules and the priorities.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114800"/>
            <a:ext cx="7406640" cy="2194560"/>
          </a:xfrm>
          <a:prstGeom prst="roundRect">
            <a:avLst>
              <a:gd name="adj" fmla="val 500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4389120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85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"id": "TC-011",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73659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"GET",  "endpoint": "/me",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5084064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"auth": "forged_admin",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431536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"expect_status": [401],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577900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85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"reason": "token looks like base64, not a signature" }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4251960"/>
            <a:ext cx="3322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bright lines ever execute.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hallucinated endpoint fails loudly with 404. A hallucinated reason never touches the wire: it's there for triage.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48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1 /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model wrote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11091672" cy="960120"/>
          </a:xfrm>
          <a:prstGeom prst="roundRect">
            <a:avLst>
              <a:gd name="adj" fmla="val 11429"/>
            </a:avLst>
          </a:prstGeom>
          <a:solidFill>
            <a:srgbClr val="20242C"/>
          </a:solidFill>
          <a:ln w="12700">
            <a:solidFill>
              <a:srgbClr val="202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42316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0A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json.tool ai/run_prompt2.json | head -40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86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 FOR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4480560"/>
            <a:ext cx="164592" cy="164592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6DA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five assumptions: valid tokens, permissions, clean input, ranges, use-once state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5047488"/>
            <a:ext cx="164592" cy="164592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95604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6DA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full case: auth, payload, and what it says a correct API returns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14416"/>
            <a:ext cx="164592" cy="164592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5522976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6DA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last night: 91 seconds on a laptop, output unedited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48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2 /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every guess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11091672" cy="960120"/>
          </a:xfrm>
          <a:prstGeom prst="roundRect">
            <a:avLst>
              <a:gd name="adj" fmla="val 11429"/>
            </a:avLst>
          </a:prstGeom>
          <a:solidFill>
            <a:srgbClr val="20242C"/>
          </a:solidFill>
          <a:ln w="12700">
            <a:solidFill>
              <a:srgbClr val="202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42316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0A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tests.runner --cases ai/run_prompt2.json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86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 FOR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4480560"/>
            <a:ext cx="164592" cy="164592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6DA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bugs: TC-002 bad token → 500 · TC-004 forged admin · TC-005 IDOR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5047488"/>
            <a:ext cx="164592" cy="164592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95604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6DA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 alarm: TC-006 expects a 500 as the correct answer to SQL injection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14416"/>
            <a:ext cx="164592" cy="164592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5522976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6DA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 alarm: TC-009 treats the unlimited EARLYBIRD coupon as single-use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48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3 /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two small bugs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11091672" cy="960120"/>
          </a:xfrm>
          <a:prstGeom prst="roundRect">
            <a:avLst>
              <a:gd name="adj" fmla="val 11429"/>
            </a:avLst>
          </a:prstGeom>
          <a:solidFill>
            <a:srgbClr val="20242C"/>
          </a:solidFill>
          <a:ln w="12700">
            <a:solidFill>
              <a:srgbClr val="202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42316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0A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demo/money_loop.py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86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 FOR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4480560"/>
            <a:ext cx="164592" cy="164592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6DA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TC-012: the single-use coupon accepted twice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5047488"/>
            <a:ext cx="164592" cy="164592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95604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6DA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credits_earned uses the list price, not the amount paid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14416"/>
            <a:ext cx="164592" cy="164592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5522976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6DA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room to guess the final balance first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was invalid. The balance still grew.</a:t>
            </a:r>
            <a:endParaRPr lang="en-US" sz="3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17320"/>
          <a:ext cx="72237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229600" y="1554480"/>
            <a:ext cx="3413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8229600" y="242316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1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on every order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3154680"/>
            <a:ext cx="3413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× 201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402336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1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request accepted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4754880"/>
            <a:ext cx="3413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+9,000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562356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1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 created from nothing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48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4 /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Outside the case set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11091672" cy="960120"/>
          </a:xfrm>
          <a:prstGeom prst="roundRect">
            <a:avLst>
              <a:gd name="adj" fmla="val 11429"/>
            </a:avLst>
          </a:prstGeom>
          <a:solidFill>
            <a:srgbClr val="20242C"/>
          </a:solidFill>
          <a:ln w="12700">
            <a:solidFill>
              <a:srgbClr val="202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42316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0A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demo/race.py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86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 FOR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4480560"/>
            <a:ext cx="164592" cy="164592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6DA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buyers, 5 seats, all 20 orders accepted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5047488"/>
            <a:ext cx="164592" cy="164592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95604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6DA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couple of seats still 'remaining': arithmetically impossible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14416"/>
            <a:ext cx="164592" cy="164592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5522976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6DA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Then: buy the student ticket as alice@corp.example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model stopped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429000" cy="3566160"/>
          </a:xfrm>
          <a:prstGeom prst="roundRect">
            <a:avLst>
              <a:gd name="adj" fmla="val 3200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946404" cy="329184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9464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race.py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couldn't express it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6324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1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request and one expected status can't say "twenty at once". That's a limit of the harness, not of intelligence.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79976" y="1554480"/>
            <a:ext cx="3429000" cy="3566160"/>
          </a:xfrm>
          <a:prstGeom prst="roundRect">
            <a:avLst>
              <a:gd name="adj" fmla="val 3200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54296" y="1828800"/>
            <a:ext cx="1714500" cy="329184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 w="12700">
            <a:solidFill>
              <a:srgbClr val="E8A1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54296" y="1828800"/>
            <a:ext cx="17145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TC-006 · TC-009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54296" y="24688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Confidently wrong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4654296" y="306324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1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called a 500 the correct answer to SQL injection, and treated the unlimited EARLYBIRD coupon as single-use. Both went red. Neither was a bug.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211312" y="1554480"/>
            <a:ext cx="3429000" cy="3566160"/>
          </a:xfrm>
          <a:prstGeom prst="roundRect">
            <a:avLst>
              <a:gd name="adj" fmla="val 3200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85632" y="1828800"/>
            <a:ext cx="1330452" cy="329184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85632" y="1828800"/>
            <a:ext cx="13304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 201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85632" y="24688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couldn't know it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8485632" y="306324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1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pricing needs a verified student address. That rule lives in a policy doc, so nobody reading the repo can confirm the 201 is wrong.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 every red line, give the harness a way to say "run these together", and write the rules where a reader can find them.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41732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generates hypotheses.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65176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provides evidence.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88620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Humans decide what is a defect.</a:t>
            </a:r>
            <a:endParaRPr lang="en-US" sz="5000" dirty="0"/>
          </a:p>
        </p:txBody>
      </p:sp>
      <p:sp>
        <p:nvSpPr>
          <p:cNvPr id="5" name="Shape 3"/>
          <p:cNvSpPr/>
          <p:nvPr/>
        </p:nvSpPr>
        <p:spPr>
          <a:xfrm>
            <a:off x="914400" y="553212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2A2F39"/>
          </a:solidFill>
          <a:ln w="12700">
            <a:solidFill>
              <a:srgbClr val="2A2F3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553212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DA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331720" y="553212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2A2F39"/>
          </a:solidFill>
          <a:ln w="12700">
            <a:solidFill>
              <a:srgbClr val="2A2F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31720" y="553212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DA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749040" y="553212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49040" y="553212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human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numbers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1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cases executed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392424" y="150876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66744" y="169164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800" dirty="0"/>
          </a:p>
        </p:txBody>
      </p:sp>
      <p:sp>
        <p:nvSpPr>
          <p:cNvPr id="8" name="Text 6"/>
          <p:cNvSpPr txBox="1"/>
          <p:nvPr/>
        </p:nvSpPr>
        <p:spPr>
          <a:xfrm>
            <a:off x="3666744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1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 back red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36208" y="150876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0528" y="169164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30A4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8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1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bugs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079992" y="150876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54312" y="169164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E8A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800" dirty="0"/>
          </a:p>
        </p:txBody>
      </p:sp>
      <p:sp>
        <p:nvSpPr>
          <p:cNvPr id="14" name="Text 12"/>
          <p:cNvSpPr txBox="1"/>
          <p:nvPr/>
        </p:nvSpPr>
        <p:spPr>
          <a:xfrm>
            <a:off x="9354312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1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 alarms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2519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42519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 on the money bugs (the business-logic prompt returned 4 near-identical cases)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006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48006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rejected as malformed before running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349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 s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737360" y="53492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generate on a laptop: too slow to run live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1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qwen2.5-coder:7b · local · one prompt · unedited output · 17 Sep 2026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on Monday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548640" y="1709928"/>
            <a:ext cx="457200" cy="457200"/>
          </a:xfrm>
          <a:prstGeom prst="ellipse">
            <a:avLst/>
          </a:prstGeom>
          <a:solidFill>
            <a:srgbClr val="2A2F39"/>
          </a:solidFill>
          <a:ln w="12700">
            <a:solidFill>
              <a:srgbClr val="2A2F3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673352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the generated cases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103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A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them in a PR like any other test suite.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807208"/>
            <a:ext cx="457200" cy="457200"/>
          </a:xfrm>
          <a:prstGeom prst="ellipse">
            <a:avLst/>
          </a:prstGeom>
          <a:solidFill>
            <a:srgbClr val="2A2F39"/>
          </a:solidFill>
          <a:ln w="12700">
            <a:solidFill>
              <a:srgbClr val="2A2F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770632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them as a separate CI job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2004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A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Non-blocking until a human has triaged the reds once.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904488"/>
            <a:ext cx="457200" cy="457200"/>
          </a:xfrm>
          <a:prstGeom prst="ellipse">
            <a:avLst/>
          </a:prstGeom>
          <a:solidFill>
            <a:srgbClr val="2A2F39"/>
          </a:solidFill>
          <a:ln w="12700">
            <a:solidFill>
              <a:srgbClr val="2A2F3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904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867912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Regenerate when the spec changes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2976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A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on every run, or the suite will flap.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5001768"/>
            <a:ext cx="457200" cy="45720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001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965192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business rules into the spec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3949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A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rule a reader can find is a rule this can test.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006840" y="1691640"/>
            <a:ext cx="2606040" cy="260604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0" name="Image 0" descr="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1432" y="1856232"/>
            <a:ext cx="2286000" cy="228600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549640" y="4526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it yourself.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8549640" y="49834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github.com/vidyarathna/break-my-api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8549640" y="57607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Vidyarathna B  ·  Thank you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Break My API: Can AI Find the Bugs I Forgot to Test?</dc:title>
  <dc:subject>PptxGenJS Presentation</dc:subject>
  <dc:creator>Vidyarathna B</dc:creator>
  <cp:lastModifiedBy>Vidyarathna B</cp:lastModifiedBy>
  <cp:revision>1</cp:revision>
  <dcterms:created xsi:type="dcterms:W3CDTF">2026-09-17T16:55:29Z</dcterms:created>
  <dcterms:modified xsi:type="dcterms:W3CDTF">2026-09-17T16:55:29Z</dcterms:modified>
</cp:coreProperties>
</file>