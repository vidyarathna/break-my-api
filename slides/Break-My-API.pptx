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Terminal is ready behind the slides with the API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most of us use AI to write code. Today I'll use it to break code, and then check whether it was right. Four steps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when I write quantity: int, my brain fills in 'a positive number'. I test with 2, it passes. The assumption was never written down, so it was never tested. Attackers and real users take the other roads.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theory for anyone new. An API is a menu of requests a program accepts. The status code is its one-word verdict. Most of today's tests just ask: when I send something wrong, do I get a 4xx?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rules properly. Pause on rule 3: credits are money. Say 'hold on to that, it comes back'.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curl live. Two tickets, 4000 charged, 400 back, balance 1400. Say: correct. I wrote this, I tested it, the tests pass. That's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three roles. The model guesses, the runner checks, a human decides. Each fails in a different way, which is why you need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one is rule 2. Without it, the model writes down what the API currently does, and every test passes: a green suite that certifies your bugs.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bright lines: only method, endpoint, auth, payload and expected status are executed. The reason and severity are for humans. So if the model hallucinates an endpoint, it fails loudly with a 404.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theme of today's event. The model only gives ideas. Everything around it (structured output, validation, execution, human review) is what turns those ideas into trustworthy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generate live: it took 91 seconds. Say: I ran this prompt last night on a local 7B model, no internet. This is the unedited output. Read the assumptions, then show one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it. Pause. Then say: eight guesses, five came back red. Now let's decide which of those five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expected, then got, for each. TC-002: a bad token crashed the server and leaked Python's error. TC-004: a token I made up gives admin. TC-005: Bob reads Alice's order by changing a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credible moment of the talk. Both results look like findings. Both are wrong. That's why the runner says candidate defects, and why the last step is a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can't answer these reliably. Someone who knows the system can answer all four in a minute or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two lines. Line 139 is what you pay after the discount. Line 151 is what you earn: from the full list price. Then remind them SPEAKER100 can be reused. Ask the room: five rounds from 5000, where does the balance end?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money_loop.py and stay quiet while it prints. Then: every request returned 201. Nothing was invalid. The model did not find this; I did, because I know credits are money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race.py. Then explain: everyone reads 5 seats before anyone writes 4. Every request is valid; the bug is in the timing between them. The AI's test format is one request and one expected answer, so it cannot express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Reset first so the numbers are clean. Buy the student ticket as Alice with a corporate email: 201. Then state the policy. The gap between the screen and the policy is the whole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Positive framing: each of these is handled by the engineering around the model, not by a better prompt. Say 'this model, this format', never 'AI can't'.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red, three real, two confidently wrong, zero on the expensive bug. Then the second prompt: its tests confirmed the input checks work, which is useful too; it found nothing new. Never cut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the title. Yes: 3 real bugs my tests missed, in 90 seconds, on a laptop, for free. The engineering around it is what makes those results trustworthy.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slowly, word for word. Pause between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point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Stay on this slide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while people scan. Say: it takes under a minute, and it genuinely helps me improve the next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1" descr="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3246120"/>
            <a:ext cx="2194560" cy="219456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6400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HACKERSMANG · AI IN ACTION: BEYOND THE PROMPT · 19 SEP 2026</a:t>
            </a:r>
            <a:endParaRPr lang="en-US" sz="14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14630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My API</a:t>
            </a:r>
            <a:endParaRPr lang="en-US" sz="64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697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AI find the bugs I forgot to test?</a:t>
            </a:r>
            <a:endParaRPr lang="en-US" sz="28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749040"/>
            <a:ext cx="23774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  quantity: -5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3108960" y="3749040"/>
            <a:ext cx="21945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  role: admin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0" y="3749040"/>
            <a:ext cx="21945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 happy path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212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Vidyarathna B</a:t>
            </a:r>
            <a:endParaRPr lang="en-US" sz="24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Engineer · Soult Digital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8778240" y="5715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AB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github.com/vidyarathna/break-my-api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we'll do in 30 minutes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830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1600200" y="1783080"/>
            <a:ext cx="10042855" cy="86868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ticket-shop API with 10 bugs planted on purpose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862072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1600200" y="2862072"/>
            <a:ext cx="10042855" cy="86868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6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 local AI model to act as an attacker and write test cases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39410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600200" y="3941064"/>
            <a:ext cx="10042855" cy="86868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every AI guess against the API and look at the evidence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020056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5020056"/>
            <a:ext cx="10042855" cy="86868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6C4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which results are real bugs, and see what the AI missed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tests only check what I imagined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37360"/>
            <a:ext cx="5669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Happy path: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 test the one normal way the feature is used.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Curse of knowledge: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author shares every assumption the code makes, so those assumptions never get tested.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traffic is different: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confused users, double-clicks, retries, attackers, 100 people at once.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6492240" y="1737360"/>
            <a:ext cx="5148072" cy="420624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6C4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tested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/orders  {"quantity": 2}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people actually send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{"quantity": -5}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{"quantity": 10}   (docs say max 10)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coupon SPEAKER100, twice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token I made up myself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buyers, 5 seats, same second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THEORY · 1 MINUTE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API is, and how it answers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API: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way one program asks another for something. Like a waiter between you and the kitchen.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Request: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method (GET = read, POST = create), a path, headers (who you are), and a JSON body.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status code plus JSON data.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840480"/>
            <a:ext cx="3520440" cy="210312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6C4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2xx  It worked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OK, 201 Created. Dangerous when it's a lie: "201" for minus five tickets.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4334256" y="3840480"/>
            <a:ext cx="3520440" cy="210312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4xx  You asked wrong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400, 401, 403, 404. The API refused politely. This is what we want for bad input.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8119872" y="3840480"/>
            <a:ext cx="3520440" cy="210312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06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5xx  The server broke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500. If bad user input causes a 500, that is almost always a bug.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API UNDER TEST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ConfBadge: a small conference ticket shop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37360"/>
            <a:ext cx="5394960" cy="329184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B2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Endpoints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/auth/login    log in → token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/tickets?q=    search tickets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/orders        buy tickets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/orders/{id}   read one order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E75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· FastAPI · SQLite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217920" y="1737360"/>
            <a:ext cx="542239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Everyone has a prepaid credit balance.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Buying a ticket takes the price from your balance.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purchase gives 10% back as credits. Credits are money.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SPEAKER100 coupon = 100% off, single use.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Maximum 10 tickets per order.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303520"/>
            <a:ext cx="11094415" cy="59436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Tickets:  GENERAL 2000  ·  STUDENT 500  ·  WORKSHOP 3500 (5 seats)  ·  STAFF (hidden)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· TERMINAL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works. I tested it.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37360"/>
            <a:ext cx="6766560" cy="393192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localhost:8000/orders \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-H "authorization: Bearer $TOKEN" \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-d '{"ticket_id": 1, "quantity": 2}'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46C4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 Created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"total_charged": 4000.0,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"credits_earned": 400.0,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"credit_balance": 1400.0 }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7589520" y="1737360"/>
            <a:ext cx="4050792" cy="393192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6C4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correct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tickets × 2000 = 4000 charged.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back = 400 credits.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5000 − 4000 + 400 = 1400.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test I wrote passes. That's the problem.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ask AI to write code. Ask it to break it.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83080"/>
            <a:ext cx="3520440" cy="265176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58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AI model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Guesses what might break.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and cheap.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Sometimes wrong.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4334256" y="1783080"/>
            <a:ext cx="3520440" cy="265176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Test runner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 every guess to the real API and records what came back.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Dumb on purpose.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8119872" y="1783080"/>
            <a:ext cx="3520440" cy="265176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06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Human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Decides which red lines are real bugs.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Knows the business rules and the priorities.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754880"/>
            <a:ext cx="11094415" cy="9144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generates hypotheses.  Execution provides evidence.  </a:t>
            </a:r>
            <a:pPr algn="ctr" indent="0" marL="0">
              <a:buNone/>
            </a:pPr>
            <a:r>
              <a:rPr lang="en-US" sz="2100" b="1" dirty="0">
                <a:solidFill>
                  <a:srgbClr val="F06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decide what is a defect.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TO PROMPT AN ATTACKER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rules that turn "write tests" into attacks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83080"/>
            <a:ext cx="5458968" cy="192024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06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Ask it to break, not to test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"Assume the developer was rushed and the non-obvious validation is missing."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6181344" y="1783080"/>
            <a:ext cx="5458968" cy="192024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Ask for the correct answer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"expect_status = what a CORRECT API returns, not what this one returns."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931920"/>
            <a:ext cx="5458968" cy="192024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6E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Give it real context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endpoint list, the business rules, a real login token.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181344" y="3931920"/>
            <a:ext cx="5458968" cy="192024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6C4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Force structured output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with fixed fields, so every guess can be run as a test.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AI-GENERATED TEST CASE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guess becomes something we can run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83080"/>
            <a:ext cx="6400800" cy="402336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B2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"GET",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B2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"endpoint": "/orders/1",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B2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"auth": "bob",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B2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"expect_status": [403],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6E75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"objective": "Read another user's order",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6E75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"reason": "A2: assumes callers have permission",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6E75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"severity": "high"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7223760" y="1783080"/>
            <a:ext cx="4416552" cy="187452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Executed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method, endpoint, auth, payload, expected status. These hit the real API.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223760" y="3931920"/>
            <a:ext cx="4416552" cy="187452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by humans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objective, reason, severity. Never executed. A wrong reason costs a sentence, not a false result.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BEYOND THE PROMPT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prompt is the easy part. Engineering makes it useful.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83080"/>
            <a:ext cx="1737360" cy="173736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E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Prompt</a:t>
            </a:r>
            <a:endParaRPr lang="en-US" sz="1800" dirty="0"/>
          </a:p>
          <a:p>
            <a:pPr indent="0" marL="0">
              <a:buNone/>
            </a:pPr>
            <a:r>
              <a:rPr lang="en-US" sz="5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 instructions + real API context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1783080"/>
            <a:ext cx="1737360" cy="173736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58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AI model</a:t>
            </a:r>
            <a:endParaRPr lang="en-US" sz="1800" dirty="0"/>
          </a:p>
          <a:p>
            <a:pPr indent="0" marL="0">
              <a:buNone/>
            </a:pPr>
            <a:r>
              <a:rPr lang="en-US" sz="5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test ideas as JSON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4297680" y="1783080"/>
            <a:ext cx="1737360" cy="173736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Validate</a:t>
            </a:r>
            <a:endParaRPr lang="en-US" sz="1800" dirty="0"/>
          </a:p>
          <a:p>
            <a:pPr indent="0" marL="0">
              <a:buNone/>
            </a:pPr>
            <a:r>
              <a:rPr lang="en-US" sz="5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broken AI output rejected automatically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1783080"/>
            <a:ext cx="1737360" cy="173736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Run</a:t>
            </a:r>
            <a:endParaRPr lang="en-US" sz="1800" dirty="0"/>
          </a:p>
          <a:p>
            <a:pPr indent="0" marL="0">
              <a:buNone/>
            </a:pPr>
            <a:r>
              <a:rPr lang="en-US" sz="5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idea sent to the real API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1783080"/>
            <a:ext cx="1737360" cy="173736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6C4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Evidence</a:t>
            </a:r>
            <a:endParaRPr lang="en-US" sz="1800" dirty="0"/>
          </a:p>
          <a:p>
            <a:pPr indent="0" marL="0">
              <a:buNone/>
            </a:pPr>
            <a:r>
              <a:rPr lang="en-US" sz="5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/ FAIL with the real response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9921240" y="1783080"/>
            <a:ext cx="1737360" cy="173736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06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Human</a:t>
            </a:r>
            <a:endParaRPr lang="en-US" sz="1800" dirty="0"/>
          </a:p>
          <a:p>
            <a:pPr indent="0" marL="0">
              <a:buNone/>
            </a:pPr>
            <a:r>
              <a:rPr lang="en-US" sz="5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decides which reds are real bugs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794760"/>
            <a:ext cx="1109441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JSON with fixed fields, so every AI idea becomes a runnable test.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malformed ideas are rejected before they run (1 of 9 today).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results come from the real API, not from what the AI claims.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review: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AI's idea of "correct" is checked, like any production AI system.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1 · TERMINAL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AI wrote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37360"/>
            <a:ext cx="11094415" cy="68580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6C4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-m json.tool ai/run_prompt2.json | head -40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697480"/>
            <a:ext cx="11094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qwen2.5-coder:7b running locally with Ollama. No internet, no paid API.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91 seconds to generate. Too slow to do live, so this is last night's unedited output.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 test cases. 1 was rejected automatically (it put a raw token where a user name belongs). 8 run.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5 assumptions: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tokens are valid · callers have permission · input is clean · numbers are in range · things are used once.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2 · TERMINAL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every guess against the API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37360"/>
            <a:ext cx="11094415" cy="68580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6C4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-m tests.runner --cases ai/run_prompt2.json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697480"/>
            <a:ext cx="110944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case: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reset the database, send the request, compare the status with what the AI said is correct.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means this guess was not confirmed. It does not mean "no bug".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means a candidate defect. The AI's idea of "correct" can be wrong.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937760"/>
            <a:ext cx="11094415" cy="86868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 </a:t>
            </a:r>
            <a:pPr algn="ctr" indent="0" marL="0">
              <a:buNone/>
            </a:pPr>
            <a:r>
              <a:rPr lang="en-US" sz="2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cases  ·  3 PASS  ·  </a:t>
            </a:r>
            <a:pPr algn="ctr" indent="0" marL="0">
              <a:buNone/>
            </a:pPr>
            <a:r>
              <a:rPr lang="en-US" sz="2600" b="1" dirty="0">
                <a:solidFill>
                  <a:srgbClr val="F06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FAIL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REAL BUGS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AI got right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3736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TC-002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2057400" y="1737360"/>
            <a:ext cx="4023360" cy="132588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Broken token → server crash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401, got 500 with Python's internal error text.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217920" y="1737360"/>
            <a:ext cx="5425135" cy="132588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input should get a polite 4xx. A 500 leaks details and triggers false alarms in monitoring.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218688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TC-004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2057400" y="3218688"/>
            <a:ext cx="4023360" cy="132588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 token → admin access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401, got 200.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217920" y="3218688"/>
            <a:ext cx="5425135" cy="132588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token is just base64 of "user_id:role". Anyone can write "9:admin" and encode it. Not signed.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700016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TC-005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2057400" y="4700016"/>
            <a:ext cx="4023360" cy="132588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Bob reads Alice's order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403, got 200.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217920" y="4700016"/>
            <a:ext cx="5425135" cy="132588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IDOR: the API checks you're logged in, not that the order is yours. Change /orders/1 → someone else's data.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FALSE ALARMS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AI got confidently wrong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83080"/>
            <a:ext cx="5458968" cy="301752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TC-006 · SQL injection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said a correct API should return 500 for an injection attempt.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Wrong: a crash is never the correct answer. The API returned 200 with normal results. The test went red for the wrong reason.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6181344" y="1783080"/>
            <a:ext cx="5458968" cy="301752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TC-009 · EARLYBIRD coupon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tested EARLYBIRD as a "use once" coupon and expected a rejection.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Wrong: the docs say EARLYBIRD is unlimited. The single-use coupon is SPEAKER100. It mixed them up.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074920"/>
            <a:ext cx="11094415" cy="82296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red lines → 3 real bugs.  </a:t>
            </a:r>
            <a:pPr algn="ctr" indent="0" marL="0">
              <a:buNone/>
            </a:pPr>
            <a:r>
              <a:rPr lang="en-US" sz="21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red line needs a human to check it.</a:t>
            </a:r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THEORY · TRIAGE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questions for every red line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37360"/>
            <a:ext cx="868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1600200" y="1737360"/>
            <a:ext cx="10042855" cy="9144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endpoint exist?</a:t>
            </a:r>
            <a:endParaRPr lang="en-US" sz="1900" dirty="0"/>
          </a:p>
          <a:p>
            <a:pPr indent="0" marL="0">
              <a:buNone/>
            </a:pPr>
            <a:r>
              <a:rPr lang="en-US" sz="15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not, the AI hallucinated. In another run it invented /buy_ticket, which returned 404.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834640"/>
            <a:ext cx="868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1600200" y="2834640"/>
            <a:ext cx="10042855" cy="9144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AI's "correct" really correct?</a:t>
            </a:r>
            <a:endParaRPr lang="en-US" sz="1900" dirty="0"/>
          </a:p>
          <a:p>
            <a:pPr indent="0" marL="0">
              <a:buNone/>
            </a:pPr>
            <a:r>
              <a:rPr lang="en-US" sz="15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TC-006 expected a 500. TC-009 misread the coupon rules. Check the docs.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3931920"/>
            <a:ext cx="868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1600200" y="3931920"/>
            <a:ext cx="10042855" cy="9144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58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happen again after a reset?</a:t>
            </a:r>
            <a:endParaRPr lang="en-US" sz="1900" dirty="0"/>
          </a:p>
          <a:p>
            <a:pPr indent="0" marL="0">
              <a:buNone/>
            </a:pPr>
            <a:r>
              <a:rPr lang="en-US" sz="15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not, it's a test setup problem, not a bug.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029200"/>
            <a:ext cx="868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5029200"/>
            <a:ext cx="10042855" cy="9144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6C4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matter to users or money?</a:t>
            </a:r>
            <a:endParaRPr lang="en-US" sz="1900" dirty="0"/>
          </a:p>
          <a:p>
            <a:pPr indent="0" marL="0">
              <a:buNone/>
            </a:pPr>
            <a:r>
              <a:rPr lang="en-US" sz="15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but minor goes to the backlog. Real and serious gets fixed first.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3 · THE MONEY LOOP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small bugs, one big problem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6C4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grep -n -E '^\s+(total|credits_earned) = ' app/main.py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139: total = price × quantity × (100 − discount)%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151: credits_earned = price × quantity × 10%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931920"/>
            <a:ext cx="5458968" cy="196596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06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1 · coupon reuse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SPEAKER100 is documented as single use, but nothing records that it was used. It works every time.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181344" y="3931920"/>
            <a:ext cx="5458968" cy="196596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06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2 · credits from list price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earn 10% of the full price, not of what you paid. With a 100% coupon you pay 0 and still earn credits.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3 · TERMINAL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was invalid. The balance still grew.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37360"/>
            <a:ext cx="11094415" cy="64008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6C4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demo/money_loop.py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651760"/>
            <a:ext cx="1737360" cy="11430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3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2414016" y="2651760"/>
            <a:ext cx="1737360" cy="11430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1</a:t>
            </a:r>
            <a:endParaRPr lang="en-US" sz="13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6,800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279392" y="2651760"/>
            <a:ext cx="1737360" cy="11430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2</a:t>
            </a:r>
            <a:endParaRPr lang="en-US" sz="13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8,600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144768" y="2651760"/>
            <a:ext cx="1737360" cy="11430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3</a:t>
            </a:r>
            <a:endParaRPr lang="en-US" sz="13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10,400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010144" y="2651760"/>
            <a:ext cx="1737360" cy="11430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4</a:t>
            </a:r>
            <a:endParaRPr lang="en-US" sz="13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12,200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9875520" y="2651760"/>
            <a:ext cx="1737360" cy="11430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5</a:t>
            </a:r>
            <a:endParaRPr lang="en-US" sz="13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06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14,000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11480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0.00 on every order. Earned: 1,800 every time. +9,000 credits from nothing.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request returned 201.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Nothing looked wrong. A dashboard would show a happy customer.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didn't find this.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 asked it to attack the money rules: it tested "buy 11 tickets", four times.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4 · RACE CONDITION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buyers, 5 seats, the same second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37360"/>
            <a:ext cx="4937760" cy="411480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6C4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demo/race.py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 accepted (201): 20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 rejected (409): 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 remaining after: 3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*** oversold by 15 seats ***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760720" y="1737360"/>
            <a:ext cx="587959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happens: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request reads "5 seats", waits for payment, then writes "4". They all read before anyone writes.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tests miss it: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single request is valid. The bug is in the timing between requests.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AI missed it: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its test format is one request, one expected answer. It can't say "twenty at once".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Fix: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 atomic database update: only subtract if stock is still enough.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4 · THE UNWRITTEN RULE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a bug? You can't tell.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37360"/>
            <a:ext cx="11094415" cy="173736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6C4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... POST /orders {"ticket_id": 2}   (as alice@corp.example)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6C4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 Created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EF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"ticket": "STUDENT-2026", "total_charged": 500.0 }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749040"/>
            <a:ext cx="1109441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 price needs a verified student email. That rule is in a pricing document, not in the code.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might guess to try it, but it can't know the 201 is wrong. Neither can a new developer reading the code.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lesson: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business rules where a reader can find them: API docs, schema, tests.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BEYOND THE PROMPT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engineering caught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83080"/>
            <a:ext cx="3520440" cy="310896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caught the mistakes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confident but wrong results (a 500 called "correct", mixed-up coupons). Running them against the real API exposed both.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4334256" y="1783080"/>
            <a:ext cx="3520440" cy="310896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6E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better harness handles timing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race condition needs "twenty requests at once". Add that to the test format and it becomes testable.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8119872" y="1783080"/>
            <a:ext cx="3520440" cy="310896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58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rules become testable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student-pricing rule lived only in a document. Write it into the API docs and the AI can test it too.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166360"/>
            <a:ext cx="11094415" cy="77724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money loop needed business knowledge: a human connected the two bugs.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HONEST NUMBERS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run: qwen2.5-coder:7b, local, unedited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37360"/>
            <a:ext cx="2651760" cy="210312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60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run</a:t>
            </a:r>
            <a:endParaRPr lang="en-US" sz="6000" dirty="0"/>
          </a:p>
        </p:txBody>
      </p:sp>
      <p:sp>
        <p:nvSpPr>
          <p:cNvPr id="8" name="Text 4"/>
          <p:cNvSpPr txBox="1"/>
          <p:nvPr/>
        </p:nvSpPr>
        <p:spPr>
          <a:xfrm>
            <a:off x="3383280" y="1737360"/>
            <a:ext cx="2651760" cy="210312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06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 back red</a:t>
            </a:r>
            <a:endParaRPr lang="en-US" sz="6000" dirty="0"/>
          </a:p>
        </p:txBody>
      </p:sp>
      <p:sp>
        <p:nvSpPr>
          <p:cNvPr id="9" name="Text 5"/>
          <p:cNvSpPr txBox="1"/>
          <p:nvPr/>
        </p:nvSpPr>
        <p:spPr>
          <a:xfrm>
            <a:off x="6217920" y="1737360"/>
            <a:ext cx="2651760" cy="210312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6C4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bugs</a:t>
            </a:r>
            <a:endParaRPr lang="en-US" sz="6000" dirty="0"/>
          </a:p>
        </p:txBody>
      </p:sp>
      <p:sp>
        <p:nvSpPr>
          <p:cNvPr id="10" name="Text 6"/>
          <p:cNvSpPr txBox="1"/>
          <p:nvPr/>
        </p:nvSpPr>
        <p:spPr>
          <a:xfrm>
            <a:off x="9052560" y="1737360"/>
            <a:ext cx="2651760" cy="210312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alarms</a:t>
            </a:r>
            <a:endParaRPr lang="en-US" sz="6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402336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findings on the money bugs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case rejected as malformed before running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 seconds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generate on a laptop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red lines were real bugs (3 of 5)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2nd prompt (input checks):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 more tests. 8 confirmed the API rejects bad input types, 2 arguable, 0 new bugs.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SO, CAN AI FIND THE BUGS I FORGOT TO TEST?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+ engineering: fast, useful, trustworthy.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83080"/>
            <a:ext cx="5458968" cy="41148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6C4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AI brought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 real bugs my own tests missed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Attack ideas in about 90 seconds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Common attacks: fake tokens, other users' data, crashes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Checks that confirm the basics work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reason for every test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6181344" y="1783080"/>
            <a:ext cx="5458968" cy="41148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6E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engineering + people brought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Structured output so ideas can run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Automatic rejection of broken output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 evidence from the real API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Judgement on what "correct" means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Business knowledge: the money loop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14630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generates hypotheses.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26517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provides evidence.</a:t>
            </a:r>
            <a:endParaRPr lang="en-US" sz="4800" dirty="0"/>
          </a:p>
        </p:txBody>
      </p:sp>
      <p:sp>
        <p:nvSpPr>
          <p:cNvPr id="7" name="Text 3"/>
          <p:cNvSpPr txBox="1"/>
          <p:nvPr/>
        </p:nvSpPr>
        <p:spPr>
          <a:xfrm>
            <a:off x="822960" y="38404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06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decide what is a defect.</a:t>
            </a:r>
            <a:endParaRPr lang="en-US" sz="48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5257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prompt is the easy part. The engineering around it makes AI useful.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 ON MONDAY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things you can do at work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737360"/>
            <a:ext cx="868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1600200" y="1737360"/>
            <a:ext cx="10042855" cy="9144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important endpoint</a:t>
            </a:r>
            <a:endParaRPr lang="en-US" sz="1900" dirty="0"/>
          </a:p>
          <a:p>
            <a:pPr indent="0" marL="0">
              <a:buNone/>
            </a:pPr>
            <a:r>
              <a:rPr lang="en-US" sz="15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Orders, payments, permissions. Run a test environment you can reset.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834640"/>
            <a:ext cx="868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1600200" y="2834640"/>
            <a:ext cx="10042855" cy="9144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58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the AI's test cases in the repo</a:t>
            </a:r>
            <a:endParaRPr lang="en-US" sz="1900" dirty="0"/>
          </a:p>
          <a:p>
            <a:pPr indent="0" marL="0">
              <a:buNone/>
            </a:pPr>
            <a:r>
              <a:rPr lang="en-US" sz="15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them like code. Don't regenerate them on every build.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3931920"/>
            <a:ext cx="868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1600200" y="3931920"/>
            <a:ext cx="10042855" cy="9144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them in CI as a separate job</a:t>
            </a:r>
            <a:endParaRPr lang="en-US" sz="1900" dirty="0"/>
          </a:p>
          <a:p>
            <a:pPr indent="0" marL="0">
              <a:buNone/>
            </a:pPr>
            <a:r>
              <a:rPr lang="en-US" sz="15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Non-blocking until a human has checked the red lines.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029200"/>
            <a:ext cx="868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5029200"/>
            <a:ext cx="10042855" cy="9144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6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your business rules down</a:t>
            </a:r>
            <a:endParaRPr lang="en-US" sz="1900" dirty="0"/>
          </a:p>
          <a:p>
            <a:pPr indent="0" marL="0">
              <a:buNone/>
            </a:pPr>
            <a:r>
              <a:rPr lang="en-US" sz="15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rule a reader can find is a rule a tool can test.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1" descr="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600200"/>
            <a:ext cx="2468880" cy="246888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 Break it yourself.</a:t>
            </a:r>
            <a:endParaRPr lang="en-US" sz="40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2651760"/>
            <a:ext cx="7680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runs locally: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Python, FastAPI, SQLite, Ollama. No paid APIs.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repo: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API, prompts, real AI output, test runner, demos, and a full PDF guide.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5486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Vidyarathna B · Soult Digital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8458200" y="4389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AB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github.com/vidyarathna/break-my-api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g/bg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1" descr="feedback-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2" y="1783080"/>
            <a:ext cx="4114800" cy="41148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54864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06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FEEDBACK</a:t>
            </a:r>
            <a:endParaRPr lang="en-US" sz="130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731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was this talk?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5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192024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the QR code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share your feedback.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takes under a minute.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EDE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me: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A3AA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worked, what didn't, and what you'd like to see next.</a:t>
            </a:r>
            <a:endParaRPr lang="en-US" sz="2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493776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06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for listening!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Break My API: Can AI Find the Bugs I Forgot to Test?</dc:title>
  <dc:subject>PptxGenJS Presentation</dc:subject>
  <dc:creator>Vidyarathna B</dc:creator>
  <cp:lastModifiedBy>Vidyarathna B</cp:lastModifiedBy>
  <cp:revision>1</cp:revision>
  <dcterms:created xsi:type="dcterms:W3CDTF">2026-09-18T10:47:07Z</dcterms:created>
  <dcterms:modified xsi:type="dcterms:W3CDTF">2026-09-18T10:47:07Z</dcterms:modified>
</cp:coreProperties>
</file>